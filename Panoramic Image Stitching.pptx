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774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0522" y="1474763"/>
            <a:ext cx="7482833" cy="685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Panoramic Image Stitching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433200" y="2312789"/>
            <a:ext cx="427747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Feature-Based Registration and Blending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308354" y="2937495"/>
            <a:ext cx="2527169" cy="239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Image Processing Project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87730" y="3482082"/>
            <a:ext cx="2968541" cy="1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Mohanad Elbehairy • Ahmed Hany • Eyad Ahmed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5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75" y="1249660"/>
            <a:ext cx="8083346" cy="27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01" y="1676177"/>
            <a:ext cx="7620124" cy="1153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multiple overlapping photos into one wide panorama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images with sub-pixel accuracy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real-world variations (lighting, distortion, parallax)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75" y="3058542"/>
            <a:ext cx="8083346" cy="27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Objectives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301" y="3485058"/>
            <a:ext cx="7620124" cy="1153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feature detection and matching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geometric alignment with failure recovery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blending across overlaps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1249660"/>
            <a:ext cx="7924849" cy="990451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75" y="2468687"/>
            <a:ext cx="7924849" cy="990451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75" y="3687712"/>
            <a:ext cx="7924849" cy="990451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575" y="609574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Applications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150" y="1478235"/>
            <a:ext cx="761705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8150" y="1798216"/>
            <a:ext cx="7617053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Landscape &amp; architectural panoramas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150" y="2697261"/>
            <a:ext cx="761705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Imaging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38150" y="3017241"/>
            <a:ext cx="7617053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Medical, industrial &amp; satellite mosaics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8150" y="3916288"/>
            <a:ext cx="761705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Tours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150" y="4236268"/>
            <a:ext cx="7617053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360° immersive environments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4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Processing Pipeline</a:t>
            </a:r>
            <a:endParaRPr lang="en-US" sz="27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A74B21-8158-9271-7139-DB1592C72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080" y="1271036"/>
            <a:ext cx="5975840" cy="36332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4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Detection &amp; Matching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75" y="1173384"/>
            <a:ext cx="8083346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6"/>
              </a:lnSpc>
              <a:buNone/>
            </a:pPr>
            <a:r>
              <a:rPr lang="en-US" sz="16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Detectors</a:t>
            </a:r>
            <a:endParaRPr lang="en-US" sz="1680" dirty="0"/>
          </a:p>
        </p:txBody>
      </p:sp>
      <p:sp>
        <p:nvSpPr>
          <p:cNvPr id="4" name="Text 2"/>
          <p:cNvSpPr/>
          <p:nvPr/>
        </p:nvSpPr>
        <p:spPr>
          <a:xfrm>
            <a:off x="914301" y="1551284"/>
            <a:ext cx="7620124" cy="731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Scale/rotation invariant, robust but slower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Fast binary descriptors, lightweight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75" y="2465212"/>
            <a:ext cx="8083346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6"/>
              </a:lnSpc>
              <a:buNone/>
            </a:pPr>
            <a:r>
              <a:rPr lang="en-US" sz="16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Strategy</a:t>
            </a:r>
            <a:endParaRPr lang="en-US" sz="1680" dirty="0"/>
          </a:p>
        </p:txBody>
      </p:sp>
      <p:sp>
        <p:nvSpPr>
          <p:cNvPr id="6" name="Text 4"/>
          <p:cNvSpPr/>
          <p:nvPr/>
        </p:nvSpPr>
        <p:spPr>
          <a:xfrm>
            <a:off x="914301" y="2843113"/>
            <a:ext cx="7620124" cy="731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matching (k=2) + Lowe's ratio test (r ≈ 0.7-0.8)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(bidirectional) consistency checks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4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Homography &amp; Robust Estimation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75" y="1173384"/>
            <a:ext cx="8083346" cy="239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Homography: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3×3 projective transformation mapping image points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575" y="1565546"/>
            <a:ext cx="8083346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6"/>
              </a:lnSpc>
              <a:buNone/>
            </a:pPr>
            <a:r>
              <a:rPr lang="en-US" sz="16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Works</a:t>
            </a:r>
            <a:endParaRPr lang="en-US" sz="1680" dirty="0"/>
          </a:p>
        </p:txBody>
      </p:sp>
      <p:sp>
        <p:nvSpPr>
          <p:cNvPr id="5" name="Text 3"/>
          <p:cNvSpPr/>
          <p:nvPr/>
        </p:nvSpPr>
        <p:spPr>
          <a:xfrm>
            <a:off x="914301" y="1943446"/>
            <a:ext cx="7620124" cy="1153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rotation around optical center (panorama capture)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Approximately planar scenes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parallax (camera far from scene)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575" y="3280046"/>
            <a:ext cx="8083346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6"/>
              </a:lnSpc>
              <a:buNone/>
            </a:pPr>
            <a:r>
              <a:rPr lang="en-US" sz="16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Estimation</a:t>
            </a:r>
            <a:endParaRPr lang="en-US" sz="1680" dirty="0"/>
          </a:p>
        </p:txBody>
      </p:sp>
      <p:sp>
        <p:nvSpPr>
          <p:cNvPr id="7" name="Text 5"/>
          <p:cNvSpPr/>
          <p:nvPr/>
        </p:nvSpPr>
        <p:spPr>
          <a:xfrm>
            <a:off x="609575" y="3657946"/>
            <a:ext cx="8083346" cy="239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RANSAC/USAC: Iteratively sample minimal sets, estimate H, count inliers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4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Cylindrical Projection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75" y="1173384"/>
            <a:ext cx="8083346" cy="239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wide-angle distortion when camera rotates around optical center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575" y="1641821"/>
            <a:ext cx="8083346" cy="237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</a:t>
            </a:r>
            <a:endParaRPr lang="en-US" sz="1560" dirty="0"/>
          </a:p>
        </p:txBody>
      </p:sp>
      <p:sp>
        <p:nvSpPr>
          <p:cNvPr id="5" name="Text 3"/>
          <p:cNvSpPr/>
          <p:nvPr/>
        </p:nvSpPr>
        <p:spPr>
          <a:xfrm>
            <a:off x="914301" y="2001366"/>
            <a:ext cx="7620124" cy="1153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pixel coordinates by focal length f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to cylinder: xc = tan(x), yc = y·cos(x)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back to pixels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575" y="3337966"/>
            <a:ext cx="8083346" cy="239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f: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Larger f = weaker distortion; smaller f = stronger correction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4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Blending &amp; Seam Reduction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75" y="1173384"/>
            <a:ext cx="8083346" cy="239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pasting creates visible seams. Solution: feather blending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575" y="1641821"/>
            <a:ext cx="8083346" cy="237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Feather Blending Formula</a:t>
            </a:r>
            <a:endParaRPr lang="en-US" sz="1560" dirty="0"/>
          </a:p>
        </p:txBody>
      </p:sp>
      <p:sp>
        <p:nvSpPr>
          <p:cNvPr id="5" name="Text 3"/>
          <p:cNvSpPr/>
          <p:nvPr/>
        </p:nvSpPr>
        <p:spPr>
          <a:xfrm>
            <a:off x="609575" y="2001366"/>
            <a:ext cx="7924849" cy="544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I(x,y) = α(x,y)·I₂(x,y) + (1−α(x,y))·I₁(x,y)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575" y="2698128"/>
            <a:ext cx="8083346" cy="239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derived using distance transform for smooth weight transitions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2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Solutions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75" y="1173384"/>
            <a:ext cx="8083346" cy="237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Homography Sanity Checks</a:t>
            </a:r>
            <a:endParaRPr lang="en-US" sz="1560" dirty="0"/>
          </a:p>
        </p:txBody>
      </p:sp>
      <p:sp>
        <p:nvSpPr>
          <p:cNvPr id="4" name="Text 2"/>
          <p:cNvSpPr/>
          <p:nvPr/>
        </p:nvSpPr>
        <p:spPr>
          <a:xfrm>
            <a:off x="914301" y="1532930"/>
            <a:ext cx="7620124" cy="1153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extreme perspective (|H₃₁| or |H₃₂| too large)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oversized canvas allocations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black wedge artifacts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75" y="2869527"/>
            <a:ext cx="8083346" cy="237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Affine Fallback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609575" y="3229073"/>
            <a:ext cx="8083346" cy="239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homography fails, use partial affine (rotation + scale + translation)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1249659"/>
            <a:ext cx="7924849" cy="1527845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75" y="3006077"/>
            <a:ext cx="7924849" cy="1527845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75" y="609572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Multi-Image Stitching Modes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150" y="1478235"/>
            <a:ext cx="761705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Mode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150" y="1798216"/>
            <a:ext cx="7617053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Stitch left-to-right: (((I₁ ⊕ I₂) ⊕ I₃)...)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150" y="2087687"/>
            <a:ext cx="7617053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but may accumulate drift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38150" y="3234654"/>
            <a:ext cx="761705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Center-Reference Mode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38150" y="3554634"/>
            <a:ext cx="7617053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at middle, stitch outward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8150" y="3844105"/>
            <a:ext cx="7617053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Distributes errors, reduces drift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2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Pipeline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173384"/>
            <a:ext cx="7620124" cy="3267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Speed + memory control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Cylindrical Warp: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Wide-angle correction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&amp; Describe: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SIFT/ORB feature extraction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Ratio Matches: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Robust matching pipeline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Homography: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RANSAC/USAC estimation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Warp &amp; Compose: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Canvas alignment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Feather Blend: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Seam reduction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Borders: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Remove black regions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2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Factors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173384"/>
            <a:ext cx="7620124" cy="199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SIFT: more reliable on weak texture/blur scenes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ORB: faster performance on clear corner/texture images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Cylindrical projection: reduces wedge artifacts in wide panoramas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caps: prevent memory overflow from oversized transforms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Center-reference stitching: minimizes drift with many images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2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 &amp; Failure Modes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75" y="1173384"/>
            <a:ext cx="8083346" cy="237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Failure Causes</a:t>
            </a:r>
            <a:endParaRPr lang="en-US" sz="1560" dirty="0"/>
          </a:p>
        </p:txBody>
      </p:sp>
      <p:sp>
        <p:nvSpPr>
          <p:cNvPr id="4" name="Text 2"/>
          <p:cNvSpPr/>
          <p:nvPr/>
        </p:nvSpPr>
        <p:spPr>
          <a:xfrm>
            <a:off x="914301" y="1532930"/>
            <a:ext cx="7620124" cy="1576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Insufficient overlap between images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parallax (near objects + camera translation)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blur or repeated textures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lighting differences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2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Criteria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75" y="1173384"/>
            <a:ext cx="8083346" cy="237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1560" dirty="0"/>
          </a:p>
        </p:txBody>
      </p:sp>
      <p:sp>
        <p:nvSpPr>
          <p:cNvPr id="4" name="Text 2"/>
          <p:cNvSpPr/>
          <p:nvPr/>
        </p:nvSpPr>
        <p:spPr>
          <a:xfrm>
            <a:off x="914301" y="1532930"/>
            <a:ext cx="7620124" cy="1576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alignment quality in overlap regions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seam with minimal visible artifacts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memory overflow or crashes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inlier ratio from feature matching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75" y="3292199"/>
            <a:ext cx="8083346" cy="237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Quality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609575" y="3651745"/>
            <a:ext cx="8083346" cy="239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coherent panoramas with automatic black border removal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2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173384"/>
            <a:ext cx="7620124" cy="199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Multiband blending for improved color consistency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exposure compensation across images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optimization (bundle adjustment) to reduce drift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GPU acceleration for large image sets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learning-based seam detection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4900" y="1712761"/>
            <a:ext cx="159407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75" y="2352842"/>
            <a:ext cx="7924849" cy="533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feature-based panorama stitching system combining robust feature detection, intelligent matching, and practical robustness mechanisms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9397" y="3190875"/>
            <a:ext cx="7125206" cy="239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Delivering high-quality panoramas with diagnostic tools for success and failure interpretation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39" y="1804169"/>
            <a:ext cx="2495922" cy="548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80532" y="2581294"/>
            <a:ext cx="982935" cy="266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922768" y="3152673"/>
            <a:ext cx="3298463" cy="1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Image Processing Project • Panoramic Stitching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643</Words>
  <Application>Microsoft Office PowerPoint</Application>
  <PresentationFormat>On-screen Show (16:9)</PresentationFormat>
  <Paragraphs>120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Ahmed Hany AboElsoud</cp:lastModifiedBy>
  <cp:revision>2</cp:revision>
  <dcterms:created xsi:type="dcterms:W3CDTF">2025-12-28T00:54:41Z</dcterms:created>
  <dcterms:modified xsi:type="dcterms:W3CDTF">2025-12-28T01:01:06Z</dcterms:modified>
</cp:coreProperties>
</file>